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09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41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979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055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333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693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209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23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58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449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5385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2090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0353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617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9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156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616E3-8407-4624-9B4F-FE87FFF1813F}" type="datetimeFigureOut">
              <a:rPr lang="en-CA" smtClean="0"/>
              <a:t>2025-10-21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5E412B-5444-4410-9919-44AB2E007A2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2705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Towards 3D World</a:t>
            </a:r>
            <a:br>
              <a:rPr lang="en-US" dirty="0"/>
            </a:br>
            <a:r>
              <a:rPr lang="en-US" dirty="0"/>
              <a:t>Perspective View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96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Viewing Volume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5"/>
          </a:xfrm>
        </p:spPr>
        <p:txBody>
          <a:bodyPr/>
          <a:lstStyle/>
          <a:p>
            <a:r>
              <a:rPr lang="en-US" dirty="0"/>
              <a:t> There are two ways of specifying a viewing volume.</a:t>
            </a:r>
          </a:p>
          <a:p>
            <a:pPr lvl="1"/>
            <a:r>
              <a:rPr lang="en-US" dirty="0"/>
              <a:t> Using a rectangular </a:t>
            </a:r>
            <a:r>
              <a:rPr lang="en-US" dirty="0" err="1"/>
              <a:t>Parallelpiped</a:t>
            </a:r>
            <a:r>
              <a:rPr lang="en-US" dirty="0"/>
              <a:t>, or box (</a:t>
            </a:r>
            <a:r>
              <a:rPr lang="en-US" dirty="0">
                <a:solidFill>
                  <a:srgbClr val="FF0000"/>
                </a:solidFill>
              </a:rPr>
              <a:t>Orthographic Projection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Using a quadrangular pyramid (</a:t>
            </a:r>
            <a:r>
              <a:rPr lang="en-US" dirty="0">
                <a:solidFill>
                  <a:srgbClr val="FF0000"/>
                </a:solidFill>
              </a:rPr>
              <a:t>Perspective Projection</a:t>
            </a:r>
            <a:r>
              <a:rPr lang="en-US" dirty="0"/>
              <a:t>)</a:t>
            </a:r>
          </a:p>
          <a:p>
            <a:pPr lvl="1"/>
            <a:endParaRPr lang="en-CA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1" y="3931283"/>
            <a:ext cx="7953374" cy="28521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261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Box-Shaped Viewing Volume</a:t>
            </a:r>
            <a:endParaRPr lang="en-CA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2105342"/>
            <a:ext cx="5943600" cy="3828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362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Visible Range using Quadrangular (</a:t>
            </a:r>
            <a:r>
              <a:rPr lang="en-US" b="1" dirty="0"/>
              <a:t>Perspective Projection</a:t>
            </a:r>
            <a:r>
              <a:rPr lang="en-US" dirty="0"/>
              <a:t>)</a:t>
            </a:r>
            <a:endParaRPr lang="en-CA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4882"/>
            <a:ext cx="5943600" cy="3797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58732"/>
            <a:ext cx="5943600" cy="2815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203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1438275"/>
            <a:ext cx="8534400" cy="3676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2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49" y="1314450"/>
            <a:ext cx="8810625" cy="3857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269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1" y="904876"/>
            <a:ext cx="8305800" cy="4752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143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83820"/>
            <a:ext cx="5943600" cy="66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0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(Scaled Down and Shifted)</a:t>
            </a:r>
            <a:endParaRPr lang="en-CA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4" y="2649537"/>
            <a:ext cx="8677275" cy="36179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359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365125"/>
            <a:ext cx="11391900" cy="1325563"/>
          </a:xfrm>
        </p:spPr>
        <p:txBody>
          <a:bodyPr/>
          <a:lstStyle/>
          <a:p>
            <a:r>
              <a:rPr lang="en-US" dirty="0"/>
              <a:t>Using All Matrices (Drawing from Three Triangles)</a:t>
            </a:r>
            <a:endParaRPr lang="en-CA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690688"/>
            <a:ext cx="7867650" cy="4826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742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from Three Triangles</a:t>
            </a:r>
            <a:endParaRPr lang="en-CA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017077"/>
            <a:ext cx="10201275" cy="3497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14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649" y="635952"/>
            <a:ext cx="5943600" cy="69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1" y="1502250"/>
            <a:ext cx="6429375" cy="764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2674620"/>
            <a:ext cx="8629649" cy="3649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529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124200" y="726122"/>
            <a:ext cx="5943600" cy="540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8379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</TotalTime>
  <Words>75</Words>
  <Application>Microsoft Office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Towards 3D World Perspective View</vt:lpstr>
      <vt:lpstr>Specifying the Viewing Volume</vt:lpstr>
      <vt:lpstr>Box-Shaped Viewing Volume</vt:lpstr>
      <vt:lpstr>Specifying the Visible Range using Quadrangular (Perspective Projection)</vt:lpstr>
      <vt:lpstr>PowerPoint Presentation</vt:lpstr>
      <vt:lpstr>PowerPoint Presentation</vt:lpstr>
      <vt:lpstr>PowerPoint Presentation</vt:lpstr>
      <vt:lpstr>PowerPoint Presentation</vt:lpstr>
      <vt:lpstr>Transformation (Scaled Down and Shifted)</vt:lpstr>
      <vt:lpstr>Using All Matrices (Drawing from Three Triangles)</vt:lpstr>
      <vt:lpstr>Drawing from Three Triangles</vt:lpstr>
      <vt:lpstr>PowerPoint Presentation</vt:lpstr>
      <vt:lpstr>PowerPoint Presentation</vt:lpstr>
    </vt:vector>
  </TitlesOfParts>
  <Company>GPRC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3D World Perspective View</dc:title>
  <dc:creator>Abbasi, Ubaid</dc:creator>
  <cp:lastModifiedBy>Abbasi, Ubaid</cp:lastModifiedBy>
  <cp:revision>5</cp:revision>
  <dcterms:created xsi:type="dcterms:W3CDTF">2019-11-21T17:39:07Z</dcterms:created>
  <dcterms:modified xsi:type="dcterms:W3CDTF">2025-10-21T17:29:51Z</dcterms:modified>
</cp:coreProperties>
</file>